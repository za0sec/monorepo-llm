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4A6FC5"/>
                </a:solidFill>
              </a:defRPr>
            </a:pPr>
            <a:r>
              <a:t>Predicción de Buy Through Rate (BTR)</a:t>
            </a:r>
          </a:p>
          <a:p>
            <a:pPr algn="ctr">
              <a:defRPr sz="4000" b="1" i="0">
                <a:solidFill>
                  <a:srgbClr val="4A6FC5"/>
                </a:solidFill>
              </a:defRPr>
            </a:pPr>
            <a:r>
              <a:t>con Transformers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333333"/>
                </a:solidFill>
              </a:defRPr>
            </a:pPr>
            <a:r>
              <a:t>TP1 —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4A6FC5"/>
                </a:solidFill>
              </a:defRPr>
            </a:pPr>
            <a:r>
              <a:t>73.69 Large Language Models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Predecir el Buy Through Rate (BTR) en un e-commerce de supermercado: productos comprados / productos impresos en resultados de búsqueda.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Dataset: supermarket_products.csv — eventos de búsqueda (compras, vistas, interacciones con filtros).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El desarrollo debe contar con al menos un modelo basado en la arquitectura Transformer.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Foco del TP: comprensión de la arquitectura y su aplicación a un problema concreto — se evalúa la justificación de decisiones y la comparación de alternativas, no solo el mejor resultado numérico.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6FC5"/>
                </a:solidFill>
              </a:defRPr>
            </a:pPr>
            <a:r>
              <a:t>•  Ejercicio 1 — Formulación del problema y EDA</a:t>
            </a:r>
          </a:p>
          <a:p>
            <a:pPr>
              <a:spcAft>
                <a:spcPts val="800"/>
              </a:spcAft>
              <a:defRPr sz="1600">
                <a:solidFill>
                  <a:srgbClr val="4A6FC5"/>
                </a:solidFill>
              </a:defRPr>
            </a:pPr>
            <a:r>
              <a:t>•  Ejercicio 2 — Desarrollo del sistema</a:t>
            </a:r>
          </a:p>
          <a:p>
            <a:pPr>
              <a:spcAft>
                <a:spcPts val="800"/>
              </a:spcAft>
              <a:defRPr sz="1600">
                <a:solidFill>
                  <a:srgbClr val="4A6FC5"/>
                </a:solidFill>
              </a:defRPr>
            </a:pPr>
            <a:r>
              <a:t>•  Ejercicio 3 — Personalización (teórico)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4A6FC5"/>
                </a:solidFill>
              </a:defRPr>
            </a:pPr>
            <a:r>
              <a:t>Ejercicio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333333"/>
                </a:solidFill>
              </a:defRPr>
            </a:pPr>
            <a:r>
              <a:t>Formulación del problema y EDA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Punto de partida del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10.000 filas, 22 columnas.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Cada fila NO es una búsqueda completa — es un producto puntual mostrado como resultado dentro de una búsqueda (query_id).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2.012 búsquedas (query_id) en total, entre 1 y 8 productos impresos por búsqueda (~5 en promedio).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Columnas cart y bought indican, por fila, si ESE producto en ESA búsqueda se agregó al carrito / se compró.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Variable objetivo: bought a nivel fila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El BTR de la consigna es una métrica agregada a nivel búsqueda, pero el dataset viene desagregado a nivel fila-producto-búsqueda.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Variable objetivo elegida: bought, a nivel fila — probabilidad de que ESE producto puntual sea comprado.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El BTR de una búsqueda sale de promediar bought (o las probabilidades predichas) agrupando por query_id.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consistente con evaluar con PR-AUC/ROC-AUC (clasificación binaria) y con que no haga falta threshold — importa qué tan bien el modelo ordena los productos por probabilidad de compra, no un corte fijo.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Relación cart y bought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bought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% filas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13,01%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17,06%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0,00%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69,93%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35040" y="14630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bought=True implica siempre cart=True (0% de compras sin carrito).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No al revés: de los que llegaron al carrito (30,07%), solo el 43,3% terminó comprado.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cart no puede usarse como feature — al momento de predecir (búsqueda mostrada) todavía no se sabe si se va a agregar al carrito. Sería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Balance de clases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bought = True: 13,01% de las filas.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cart = True: 30,07% de las filas.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Desbalance moderado (no extremo).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PR-AUC más informativo que ROC-AUC acá: el ROC-AUC puede verse artificialmente alto por la cantidad de negativos (no-compras) fáciles de acertar.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Nulos en allergens (única columna con nulos, 44,55%)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Nulo siempre (100%): Household, Meat, Personal Care, Produce — no aplica declarar alérgenos alimentarios.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Nunca nulo (0%): Bakery, Dairy, Seafood.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Parcial: Beverages (50,8%), Baby (34,0%), Frozen (25,2%), Pantry (25,1%), Snacks (18,6%).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No es aleatorio: depende 100% de category.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el nulo codifica información real ("sin alérgenos declarados"), no un dato perdido — tratarlo como categoría propia al encodear, no imputar ni descartar.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allergens no es consistente con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Se probó si el alérgeno declarado aparece como substring en la lista de ingredientes de la misma fila.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La misma combinación exacta de ingredientes aparece unas veces con un alérgeno y otras con otro (ej. "Prepared ingredients, Spices, Salt" con Wheat y con Soy).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% de coincidencia: 0% para Fish, Peanuts, Shellfish, Soy, Tree nuts; parcial (55-68%) solo para Wheat/Milk (por casualidad de palabras como "Wheat flour").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allergens se generó de forma independiente de ingredients (probablemente condicionado solo por category, igual que los nulos) — no se puede usar una para derivar la otra.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Panorama general de columnas (22 en total)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Texto libre / casi-únicos: title (9910), description (9112), dimensions_in (9864).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Categóricas de pocas opciones: category/filter_category (12), storage_type/filter_storage_type (3), unit_of_measure (5), brand (15), country_of_origin (10), allergens (7).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Numéricas continuas: price, filter_price_min, filter_price_max, net_weight_oz, nutrition_score.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Identificadores / contexto de búsqueda: query_id, timestamp.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Booleanas: cart (leakage), bought (target).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filter_category y filter_storage_type: iguales a category/storage_type en el 100% de las filas — descartadas por redundancia.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dimensions_in: sin estándar de envase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Formato: "3.3 x 4.0 x 4.1\"" (largo x ancho x alto, pulgadas).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Hipótesis: no hay estándar de envase, cada producto tiene su propia medida.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Volumen vs net_weight_oz: correlación 0,38 (moderada-baja, no exacta).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Solo 136 de 10.000 filas con dimensions_in exactamente repetido.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no tratar como categórica (quedaría con ~9864 categorías) — parsear a 3 numéricas (largo, ancho, alto) o resumir en volumen.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package_size / unit_of_measure vs net_weight_oz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unit_of_measure: oz, ct, lb, gal, fl oz. package_size: texto "10 oz", "12 ct", etc.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Aún con unit_of_measure='oz', el número de package_size casi nunca coincide exacto con net_weight_oz (0,4% de match exacto).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Para ct/lb/gal/fl oz no hay fórmula de conversión limpia (mismo package_size, distinto net_weight_oz).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package_size y unit_of_measure son redundantes con net_weight_oz (ya normalizado a onzas) — se descartan como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ingredients: 190 valores → 12 combinaciones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nunique crudo: 190. Ordenando los ingredientes dentro de cada fila (ignorando orden): solo 12 combinaciones reales.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Vocabulario total: 21 ingredientes individuales distintos.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no tratar como texto libre ni 190 categorías. Dos caminos: multi-hot sobre los 21 ingredientes, o categórica de 12 combinaciones canónicas.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price vs. filter_price_min / filter_price_max</a:t>
            </a:r>
          </a:p>
        </p:txBody>
      </p:sp>
      <p:pic>
        <p:nvPicPr>
          <p:cNvPr id="3" name="Picture 2" descr="price_position_bou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5430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3716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pos = (price − filter_price_min) / (filter_price_max − filter_price_min)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bins de 0.2 en 0.2, sobre 10.000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30175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price siempre cae dentro de [filter_price_min, filter_price_max] — 100% de las filas.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0,0-0,2: 7,49% (n=1935)  ·  0,4-0,6: 17,56% (n=2569)  ·  0,8-1,0: 9,01% (n=677)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forma de campana: se compra menos lo más barato y lo más caro del rango buscado, más lo intermedio. Feature con señal real — usar la posición relativa, no solo price.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Encoding de categóricas nominales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category (12), storage_type (3), brand (15), country_of_origin (10), allergens (7) — todas nominales, sin orden natural.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One-hot encoding (sugerido por la consigna): N columnas binarias, evita imponer orden/magnitud falsos.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country_of_origin muy desbalanceada: 75% (7500/10000) es "United States", el resto en 9 países con 245-331 filas c/u.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riesgo del desbalance en one-hot: categorías con pocos ejemplos dan poca evidencia para un peso confiable — puede ajustarse a ruido en vez de señal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country_of_origin vs. bought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5943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3990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país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bought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Vietnam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16,61%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271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14,55%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275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13,88%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245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Mexico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13,77%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12,99%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7500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12,73%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New Zealand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12,32%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284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12,08%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11,11%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/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Thailand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10,73%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494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1">
                <a:solidFill>
                  <a:srgbClr val="707070"/>
                </a:solidFill>
              </a:defRPr>
            </a:pPr>
            <a:r>
              <a:t>Promedio general: 13,01%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0116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Rango angosto (10,7%-16,6%), sin país que se dispare.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9 países no-US con 245-331 filas c/u: diferencias de 2-3 puntos son compatibles con ruido (margen esperado por azar ±4 puntos con n≈245).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50292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sin señal clara — candidata a simplificar o evaluar en ablación.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nutrition_score vs. bought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Correlación con bought prácticamente nula: -0,019.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•  Tasa de bought por bins de 20 puntos: entre 12,1% y 14,1% (promedio general 13,01%), sin tendencia — ni "más nutritivo vende más" ni lo contrario.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sin señal en el cruce univariado — igual que country_of_origin, candidata a incluir/excluir en el estudio de ablación (podría aportar en combinación con otras features).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timestamp y query_id: sin señal encontrada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timestamp: se probó si la hora del día predice bought (hipótesis: alcohol/Beverages a la noche, desayuno/Bakery a la mañana). Tasa por hora salta erráticamente entre horas consecutivas (ej. Beverages 21h=21,3% pero 20h=10,5%) — ruido, con solo 30-58 filas por hora dentro de cada categoría.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query_id: el ID en sí no debe usarse (no generaliza). La feature derivada "n_resultados de la búsqueda" (2 a 8) tampoco mostró señal (tasa entre 12-15% sin importar el tamaño).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949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ambas descartadas como features. query_id sigue siendo necesario como clave para agrupar filas y calcular el BTR agregado por búsqueda.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Preprocesamiento numéricas: normalización z-score</a:t>
            </a:r>
          </a:p>
        </p:txBody>
      </p:sp>
      <p:pic>
        <p:nvPicPr>
          <p:cNvPr id="3" name="Picture 2" descr="normalizaci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371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price, net_weight_oz, nutrition_score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z-score: (x − media) / desvío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7432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Escalas muy distintas: price (1,2-35), net_weight_oz (2,8-155), nutrition_score (0-99).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Min-max descartado: muy sensible a outliers. net_weight_oz tiene cola larga (media 28,7, desvío 29) — con min-max la mayoría quedaría apretada cerca de 0.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Consistencia con TP4 (SIA): mismo criterio de z-score usado en PCA/Kohonen/Oja.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Hallazgo: tag de reputación oculto en title</a:t>
            </a:r>
          </a:p>
        </p:txBody>
      </p:sp>
      <p:pic>
        <p:nvPicPr>
          <p:cNvPr id="3" name="Picture 2" descr="reputation_tag_bou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37922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3716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regex: \(([^)]+)\)\s*$ sobre title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cruce con bought, 10.000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743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Customer Favorite: 67,75% (n=493)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Best Seller: 65,74% (n=470)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Top Rated: 62,71% (n=472)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#1 Pick: 62,50% (n=496)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Well Reviewed / Shopper Favorite /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Highly Rated / Popular Choice: 1,9-3,8%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Las otras 11 (incl. sin tag): 0,00%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señal más fuerte de todo el EDA (base 13,01%). Se decide NO parsearla — dejar title crudo para que el Transformer la aprenda vía atención (foco: comprensión de la arquitectura, no un atajo).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Tokenización de title/description</a:t>
            </a:r>
          </a:p>
        </p:txBody>
      </p:sp>
      <p:pic>
        <p:nvPicPr>
          <p:cNvPr id="3" name="Picture 2" descr="vocab_freq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3716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title + description concatenados, 10.000 filas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minúsculas, split por no-alfanumérico, números como token propio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74320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357.419 tokens totales (35,74 promedio por fila).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Vocabulario único: 410 palabras. Frecuencia mínima: 24 (0 hapax).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•  Texto generado por plantilla (frases fijas con sustituciones acotadas), vocabulario cerrado, no abierto.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tokenización por palabra, no BPE — BPE resuelve vocabulario abierto/OOV, problemas que acá no existen. &lt;UNK&gt; y &lt;PAD&gt; reservados igual, por las dudas.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Lista final de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Descartadas (leakage): cart.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Descartadas (redundantes): filter_category, filter_storage_type, package_size, unit_of_measure.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Numéricas (z-score): net_weight_oz, posición relativa de price, dimensiones parseadas.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One-hot: category, storage_type, brand, allergens.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Multi-valor: ingredients (multi-hot o 12 combinaciones).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Dudosas (a definir en ablación): country_of_origin, nutrition_score.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Descartadas sin señal: timestamp, query_id (como feature).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Para el Transformer: title, description — tokenización por palabra.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4A6FC5"/>
                </a:solidFill>
              </a:defRPr>
            </a:pPr>
            <a:r>
              <a:t>Ejercicio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333333"/>
                </a:solidFill>
              </a:defRPr>
            </a:pPr>
            <a:r>
              <a:t>Desarrollo del sistema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Split train / valid / test: por qué agrupar por query_id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Las filas están agrupadas por búsqueda — comparten contexto (misma categoría, mismo rango de precio filtrado).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Si se particiona fila por fila al azar, el modelo vería ese contexto exacto en train y test — no refleja el caso real (predecir búsquedas nuevas).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 Partición por query_id completo: todas las filas de una búsqueda van al mismo split.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6FC5"/>
                </a:solidFill>
              </a:defRPr>
            </a:pPr>
            <a:r>
              <a:t>•  train: ajusta los pesos.</a:t>
            </a:r>
          </a:p>
          <a:p>
            <a:pPr>
              <a:spcAft>
                <a:spcPts val="800"/>
              </a:spcAft>
              <a:defRPr sz="1600">
                <a:solidFill>
                  <a:srgbClr val="4A6FC5"/>
                </a:solidFill>
              </a:defRPr>
            </a:pPr>
            <a:r>
              <a:t>•  valid: compara configuraciones durante la iteración.</a:t>
            </a:r>
          </a:p>
          <a:p>
            <a:pPr>
              <a:spcAft>
                <a:spcPts val="800"/>
              </a:spcAft>
              <a:defRPr sz="1600">
                <a:solidFill>
                  <a:srgbClr val="4A6FC5"/>
                </a:solidFill>
              </a:defRPr>
            </a:pPr>
            <a:r>
              <a:t>•  test: se toca una sola vez, al final, para el número reportado.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Split: 70/15/15 estratificado por tasa de bought</a:t>
            </a:r>
          </a:p>
        </p:txBody>
      </p:sp>
      <p:pic>
        <p:nvPicPr>
          <p:cNvPr id="3" name="Picture 2" descr="spli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961136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train_test_split (sklearn) en 2 pasos, stratify=franja de bought por query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franjas: 0% / 1-33% / 34-100%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random_state=42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310896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 queries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 filas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tasa bought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12,94%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12,88%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13,49%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9496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trade-off: train grande ayuda con el desbalance (13%), pero valid/test chicos dan métricas ruidosas (ya visto con country_of_origin). Se prioriza confiabilidad: 70/15/15, tasa global 13,01% respetada en las 3 particiones.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Arquitectura del bloque de texto: Encoder-only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Encoder: Multi-Head Self-Attention (+ residual + Layer Norm) → MLP (+ residual + Layer Norm). Decoder agrega Cross-Attention y máscara (no ve tokens futuros).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Encoder-Decoder completo: para secuencia-a-secuencia (ej. traducción) — no aplica.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Decoder-only (como GPT, visto en la demo): generación autoregresiva — no es nuestro caso, no queremos generar texto.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Encoder-only (como BERT): da un embedding/representación, sin máscara — el título ya está completo, no hay nada "futuro" que ocultar.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se elige Encoder-only: la tarea es clasificar (bought), no generar texto.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Arquitectura elegida: fusión tardía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Bloque de texto: Encoder-only sobre title+description, con positional encoding senoidal (el visto en clase) y mean-pooling sobre los tokens no-pad para resumir la secuencia en un vector.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Bloque tabular: vector de 75 columnas (numéricas z-score + one-hot + multi-hot).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Fusión tardía: se concatena el vector de texto con el vector tabular, sigue por una capa densa hasta 1 logit de salida.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Configuración base: d_model=64, 4 heads, 2 encoders apilados,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MLP interno=128, dropout=0.1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"sacar el Transformer" es desconectar una rama entera — ablación limpia. Diales citados en clase: cantidad de heads, encoders apilados, dimensión del MLP, d_model.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Setup de 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Optimizador: Adam, lr=1e-3.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Loss: BCEWithLogitsLoss.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Batch size: 128. Épocas: 20.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Sin ponderación de clases ni técnica específica para el desbalance (13% positivos) — no se vio nada puntual en clase para esto; se confía en PR-AUC/ROC-AUC.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3 semillas por configuración (media ± desvío) — recomendación de consigna.VTT de promediar varias corridas.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¿Aporta el Transformer? Baseline vs. fusión</a:t>
            </a:r>
          </a:p>
        </p:txBody>
      </p:sp>
      <p:pic>
        <p:nvPicPr>
          <p:cNvPr id="3" name="Picture 2" descr="experi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8846820" cy="39319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0" y="146304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 (valid)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ROC-AUC (valid)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 Baseline tabular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0,178 ± 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0,580 ± 0,002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 Fusión (Encoder-only + tabular)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0,732 ± 0,017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0,965 ± 0,003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31089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Baseline: TabularMLPBaseline, capas densas sobre 75 cols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Fusión: EncoderFusionModel, config base (d_model=64)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3 semillas c/u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salto de +0,55 PR-AUC / +0,39 ROC-AUC. Confirma con números el hallazgo del EDA: la señal del tag de reputación domina la predicción.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Curvas de entrenamiento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711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baseline tabular mejora lento y monótono, sin overfitting (poca señal para explotar). Fusión converge muy rápido (la mayor parte de la mejora en la primera época) — consistente con un patrón simple y regular de detectar (el tag).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Overfitting y underfitting (train vs. valid)</a:t>
            </a:r>
          </a:p>
        </p:txBody>
      </p:sp>
      <p:pic>
        <p:nvPicPr>
          <p:cNvPr id="3" name="Picture 2" descr="overfitting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32704" cy="38404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49440" y="1371600"/>
          <a:ext cx="47548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corrida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 train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 valid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brecha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tabular (media)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~0,277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~0,176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+0,10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fusión (media)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~0,921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~0,728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+0,19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2834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Métricas medidas también sobre train en modo eval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(sin dropout, pesos fijos al final de la época)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tabular: underfitting claro (las dos bajas y pegadas — no hay casi nada que aprender). Fusión: sí hay overfitting (brecha ~0,19), pero "benigno" — valid no degrada, sigue subiendo/amesetada hasta la época 20.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Interpretabilidad: ¿de dónde viene la señal?</a:t>
            </a:r>
          </a:p>
        </p:txBody>
      </p:sp>
      <p:pic>
        <p:nvPicPr>
          <p:cNvPr id="3" name="Picture 2" descr="reputation_tag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641080" cy="38404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49440" y="137160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sin tag de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0,944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sin tag + sin frase de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0,533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30175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Modelo fusión semilla 0, sin reentrenar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evaluado sobre 3 versiones del texto de valid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description repite la misma señal de reputación con otra frase (95,4% de las filas) — no son 2 señales independientes. Confirmado con causalidad: recién al sacar ambas el PR-AUC se derrumba (por debajo del baseline tabular).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333"/>
                </a:solidFill>
              </a:defRPr>
            </a:pPr>
            <a:r>
              <a:t>Estudio de ablación: arquitectura y features dudosas</a:t>
            </a:r>
          </a:p>
        </p:txBody>
      </p:sp>
      <p:pic>
        <p:nvPicPr>
          <p:cNvPr id="3" name="Picture 2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408217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2801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1 dial por vez desde la config base (64/4 heads/2 layers/128)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1 sola semilla por variante (exploratorio)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2377440"/>
          <a:ext cx="49377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7882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brecha train−valid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base (64/4/2/128)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0,716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+0,192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d_model=32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+0,128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d_model=96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+0,239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layers=1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0,762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+0,172</a:t>
                      </a:r>
                    </a:p>
                  </a:txBody>
                  <a:tcPr/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sin country_of_origin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0,763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+0,183</a:t>
                      </a:r>
                    </a:p>
                  </a:txBody>
                  <a:tcPr/>
                </a:tc>
              </a:tr>
              <a:tr h="378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sin nutrition_score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0,740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+0,210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12064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d_model=32 (menos de la mitad de parámetros) dio el mejor PR-AUC y menor brecha. d_model=96 fue el peor, con overfitting temprano confirmado. heads/layers dentro del ruido entre semillas (±0,017). country_of_origin/nutrition_score: sacarlas no empeora — confirma el EDA univariado.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Configuración final: d_model=32 con 3 semillas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semilla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PR-AUC (valid)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ROC-AUC (valid)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brecha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+0,128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+0,117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+0,136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media ±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0,766 ± 0,020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0,968 ± 0,003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+0,127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8404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Comparado contra la base (d_model=64: 0,732 ± 0,017): mejor en media (+0,034 PR-AUC) con menos de la mitad de parámetros (45.569 vs. 102.337).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Menor brecha train-valid (+0,127 vs. +0,156): sobreajusta menos.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 Las distribuciones se solapan parcialmente — la ventaja es consistente pero no abrumadora.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achicar el modelo no empeora, y probablemente mejora. Configuración final: d_model=32, 4 heads, 2 encoders, MLP interno 128, fusión tardía.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Del bought por fila al BTR por búsqueda</a:t>
            </a:r>
          </a:p>
        </p:txBody>
      </p:sp>
      <p:pic>
        <p:nvPicPr>
          <p:cNvPr id="3" name="Picture 2" descr="btr_va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39319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0" y="137160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33963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BTR real 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0,132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BTR predicho 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0,135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0,067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+0,003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correlación (Pearson)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0,764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correlación de rangos (Spearman)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38404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Config final (d_model=32, semilla 0), 302 queries de valid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BTR = promedio de bought / de predicciones por query_id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bien calibrado en promedio (sesgo +0,003). Ordena bien las búsquedas (Spearman 0,742) — importa más ordenar que acertar el valor exacto, coherente con no usar threshold.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Evaluación final en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368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semilla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del BTR</a:t>
                      </a:r>
                    </a:p>
                  </a:txBody>
                  <a:tcPr>
                    <a:solidFill>
                      <a:srgbClr val="4A6FC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0,067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0,067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0,071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0,072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0,074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0,072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0,756 ± 0,020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0,968 ± 0,003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0,071 ± 0,004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0,762 ± 0,026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0,961 ± 0,002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0,070 ± 0,003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707070"/>
                </a:solidFill>
              </a:defRPr>
            </a:pPr>
            <a:r>
              <a:t>Parámetros de la corrida:</a:t>
            </a:r>
          </a:p>
          <a:p>
            <a:pPr>
              <a:defRPr sz="1100">
                <a:solidFill>
                  <a:srgbClr val="707070"/>
                </a:solidFill>
              </a:defRPr>
            </a:pPr>
            <a:r>
              <a:t>– Test evaluado 1 sola vez, config congelada, época 20 fija (no la mejor de valid)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Conclusión: sin degradación de valid a test (incluso levemente superior) — valida el procedimiento de 3 particiones y la elección de 70/15/15, no solo el modelo.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Desafíos encontrados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Agregar una medición cambió lo medido: iterar un DataLoader consume el generador de números aleatorios global de PyTorch, aunque sea con shuffle=False. Evaluar sobre train entre épocas corría el RNG y desalineaba dropout/shuffle posteriores. Solución: guardar y restaurar torch.get_rng_state() alrededor de esa evaluación.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 Los resultados del bloque Transformer dependen de la versión de PyTorch: el baseline tabular (solo capas densas) reproduce exacto entre entornos, pero nn.TransformerEncoder cambió de implementación interna entre versiones — la semilla sola no garantiza reproducibilidad, también hay que fijar versiones de librerías.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Ejercicio 3: Personalización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Ejercicio teórico: cómo modificar la solución para incluir personalización de usuario al definir el BTR.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 Pendiente de desarrollar — no se trabajó todavía en este punto.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Conclusiones generales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El Transformer aporta muchísimo sobre el baseline tabular (+0,55 PR-AUC) — no es un requisito formal sin sustancia, hay señal genuina en el texto.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Esa señal viene, casi en su totalidad, de un tag de reputación redundante entre title y description — identificado en el EDA y confirmado causalmente en el Ejercicio 2.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d_model chico (32) rindió mejor que uno más grande (64/96), con menos overfitting y menos de la mitad de parámetros — "empezar chico" (sugerido en la consigna) resultó ser lo mejor, no solo lo más barato.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El BTR agregado por búsqueda queda bien calibrado y ordena bien, sin necesidad de threshold.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Resultado final en test (nunca usado en ninguna decisión): PR-AUC 0,762 ± 0,026, ROC-AUC 0,961 ± 0,002, sin degradación respecto de valid.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4A6FC5"/>
                </a:solidFill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